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0" r:id="rId2"/>
    <p:sldId id="41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21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2025/12/22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直接连接符 429057"/>
          <p:cNvSpPr/>
          <p:nvPr/>
        </p:nvSpPr>
        <p:spPr>
          <a:xfrm>
            <a:off x="1774825" y="0"/>
            <a:ext cx="0" cy="6858000"/>
          </a:xfrm>
          <a:prstGeom prst="line">
            <a:avLst/>
          </a:prstGeom>
          <a:ln w="508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06" name="直接连接符 429058"/>
          <p:cNvSpPr/>
          <p:nvPr/>
        </p:nvSpPr>
        <p:spPr>
          <a:xfrm>
            <a:off x="39354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07" name="直接连接符 429059"/>
          <p:cNvSpPr/>
          <p:nvPr/>
        </p:nvSpPr>
        <p:spPr>
          <a:xfrm>
            <a:off x="240506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08" name="直接连接符 429060"/>
          <p:cNvSpPr/>
          <p:nvPr/>
        </p:nvSpPr>
        <p:spPr>
          <a:xfrm>
            <a:off x="280987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09" name="直接连接符 429061"/>
          <p:cNvSpPr/>
          <p:nvPr/>
        </p:nvSpPr>
        <p:spPr>
          <a:xfrm>
            <a:off x="303530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0" name="直接连接符 429062"/>
          <p:cNvSpPr/>
          <p:nvPr/>
        </p:nvSpPr>
        <p:spPr>
          <a:xfrm>
            <a:off x="328453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1" name="直接连接符 429063"/>
          <p:cNvSpPr/>
          <p:nvPr/>
        </p:nvSpPr>
        <p:spPr>
          <a:xfrm>
            <a:off x="346392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2" name="直接连接符 429064"/>
          <p:cNvSpPr/>
          <p:nvPr/>
        </p:nvSpPr>
        <p:spPr>
          <a:xfrm>
            <a:off x="359568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3" name="直接连接符 429065"/>
          <p:cNvSpPr/>
          <p:nvPr/>
        </p:nvSpPr>
        <p:spPr>
          <a:xfrm>
            <a:off x="3713163" y="7938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14" name="直接连接符 429066"/>
          <p:cNvSpPr/>
          <p:nvPr/>
        </p:nvSpPr>
        <p:spPr>
          <a:xfrm>
            <a:off x="382905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7115" name="组合 429067"/>
          <p:cNvGrpSpPr/>
          <p:nvPr/>
        </p:nvGrpSpPr>
        <p:grpSpPr>
          <a:xfrm>
            <a:off x="1497013" y="152400"/>
            <a:ext cx="9170987" cy="2879725"/>
            <a:chOff x="-17" y="96"/>
            <a:chExt cx="5777" cy="1814"/>
          </a:xfrm>
        </p:grpSpPr>
        <p:sp>
          <p:nvSpPr>
            <p:cNvPr id="47116" name="直接连接符 429068"/>
            <p:cNvSpPr/>
            <p:nvPr/>
          </p:nvSpPr>
          <p:spPr>
            <a:xfrm>
              <a:off x="0" y="1666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7" name="直接连接符 429069"/>
            <p:cNvSpPr/>
            <p:nvPr/>
          </p:nvSpPr>
          <p:spPr>
            <a:xfrm>
              <a:off x="-12" y="123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8" name="直接连接符 429070"/>
            <p:cNvSpPr/>
            <p:nvPr/>
          </p:nvSpPr>
          <p:spPr>
            <a:xfrm>
              <a:off x="0" y="776"/>
              <a:ext cx="5748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9" name="直接连接符 429071"/>
            <p:cNvSpPr/>
            <p:nvPr/>
          </p:nvSpPr>
          <p:spPr>
            <a:xfrm>
              <a:off x="0" y="323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0" name="直接连接符 429072"/>
            <p:cNvSpPr/>
            <p:nvPr/>
          </p:nvSpPr>
          <p:spPr>
            <a:xfrm>
              <a:off x="-12" y="191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1" name="直接连接符 429073"/>
            <p:cNvSpPr/>
            <p:nvPr/>
          </p:nvSpPr>
          <p:spPr>
            <a:xfrm>
              <a:off x="-17" y="145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2" name="直接连接符 429074"/>
            <p:cNvSpPr/>
            <p:nvPr/>
          </p:nvSpPr>
          <p:spPr>
            <a:xfrm>
              <a:off x="0" y="1003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3" name="直接连接符 429075"/>
            <p:cNvSpPr/>
            <p:nvPr/>
          </p:nvSpPr>
          <p:spPr>
            <a:xfrm>
              <a:off x="0" y="521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4" name="直接连接符 429076"/>
            <p:cNvSpPr/>
            <p:nvPr/>
          </p:nvSpPr>
          <p:spPr>
            <a:xfrm>
              <a:off x="0" y="96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7125" name="组合 429077"/>
          <p:cNvGrpSpPr/>
          <p:nvPr/>
        </p:nvGrpSpPr>
        <p:grpSpPr>
          <a:xfrm>
            <a:off x="1504950" y="3429000"/>
            <a:ext cx="9170988" cy="3222625"/>
            <a:chOff x="-12" y="2160"/>
            <a:chExt cx="5777" cy="2030"/>
          </a:xfrm>
        </p:grpSpPr>
        <p:sp>
          <p:nvSpPr>
            <p:cNvPr id="47126" name="直接连接符 429078"/>
            <p:cNvSpPr/>
            <p:nvPr/>
          </p:nvSpPr>
          <p:spPr>
            <a:xfrm>
              <a:off x="0" y="216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7" name="直接连接符 429079"/>
            <p:cNvSpPr/>
            <p:nvPr/>
          </p:nvSpPr>
          <p:spPr>
            <a:xfrm>
              <a:off x="5" y="3946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8" name="直接连接符 429080"/>
            <p:cNvSpPr/>
            <p:nvPr/>
          </p:nvSpPr>
          <p:spPr>
            <a:xfrm>
              <a:off x="-7" y="351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29" name="直接连接符 429081"/>
            <p:cNvSpPr/>
            <p:nvPr/>
          </p:nvSpPr>
          <p:spPr>
            <a:xfrm>
              <a:off x="5" y="3056"/>
              <a:ext cx="5748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0" name="直接连接符 429082"/>
            <p:cNvSpPr/>
            <p:nvPr/>
          </p:nvSpPr>
          <p:spPr>
            <a:xfrm>
              <a:off x="5" y="2603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1" name="直接连接符 429083"/>
            <p:cNvSpPr/>
            <p:nvPr/>
          </p:nvSpPr>
          <p:spPr>
            <a:xfrm>
              <a:off x="-7" y="419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2" name="直接连接符 429084"/>
            <p:cNvSpPr/>
            <p:nvPr/>
          </p:nvSpPr>
          <p:spPr>
            <a:xfrm>
              <a:off x="-12" y="3730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3" name="直接连接符 429085"/>
            <p:cNvSpPr/>
            <p:nvPr/>
          </p:nvSpPr>
          <p:spPr>
            <a:xfrm>
              <a:off x="5" y="3283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4" name="直接连接符 429086"/>
            <p:cNvSpPr/>
            <p:nvPr/>
          </p:nvSpPr>
          <p:spPr>
            <a:xfrm>
              <a:off x="5" y="2801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35" name="直接连接符 429087"/>
            <p:cNvSpPr/>
            <p:nvPr/>
          </p:nvSpPr>
          <p:spPr>
            <a:xfrm>
              <a:off x="5" y="2376"/>
              <a:ext cx="5760" cy="0"/>
            </a:xfrm>
            <a:prstGeom prst="line">
              <a:avLst/>
            </a:prstGeom>
            <a:ln w="38100" cap="flat" cmpd="sng">
              <a:solidFill>
                <a:srgbClr val="33CC33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7136" name="直接连接符 429088"/>
          <p:cNvSpPr/>
          <p:nvPr/>
        </p:nvSpPr>
        <p:spPr>
          <a:xfrm>
            <a:off x="39354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37" name="直接连接符 429089"/>
          <p:cNvSpPr/>
          <p:nvPr/>
        </p:nvSpPr>
        <p:spPr>
          <a:xfrm>
            <a:off x="3976688" y="0"/>
            <a:ext cx="0" cy="6858000"/>
          </a:xfrm>
          <a:prstGeom prst="line">
            <a:avLst/>
          </a:prstGeom>
          <a:ln w="508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38" name="直接连接符 429090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39" name="直接连接符 429091"/>
          <p:cNvSpPr/>
          <p:nvPr/>
        </p:nvSpPr>
        <p:spPr>
          <a:xfrm>
            <a:off x="456565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0" name="直接连接符 429092"/>
          <p:cNvSpPr/>
          <p:nvPr/>
        </p:nvSpPr>
        <p:spPr>
          <a:xfrm>
            <a:off x="497046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1" name="直接连接符 429093"/>
          <p:cNvSpPr/>
          <p:nvPr/>
        </p:nvSpPr>
        <p:spPr>
          <a:xfrm>
            <a:off x="519588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2" name="直接连接符 429094"/>
          <p:cNvSpPr/>
          <p:nvPr/>
        </p:nvSpPr>
        <p:spPr>
          <a:xfrm>
            <a:off x="544512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3" name="直接连接符 429095"/>
          <p:cNvSpPr/>
          <p:nvPr/>
        </p:nvSpPr>
        <p:spPr>
          <a:xfrm>
            <a:off x="56245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4" name="直接连接符 429096"/>
          <p:cNvSpPr/>
          <p:nvPr/>
        </p:nvSpPr>
        <p:spPr>
          <a:xfrm>
            <a:off x="575627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5" name="直接连接符 429097"/>
          <p:cNvSpPr/>
          <p:nvPr/>
        </p:nvSpPr>
        <p:spPr>
          <a:xfrm>
            <a:off x="5873750" y="7938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6" name="直接连接符 429098"/>
          <p:cNvSpPr/>
          <p:nvPr/>
        </p:nvSpPr>
        <p:spPr>
          <a:xfrm>
            <a:off x="598963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7" name="直接连接符 429099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8" name="直接连接符 429100"/>
          <p:cNvSpPr/>
          <p:nvPr/>
        </p:nvSpPr>
        <p:spPr>
          <a:xfrm>
            <a:off x="6130925" y="0"/>
            <a:ext cx="0" cy="6858000"/>
          </a:xfrm>
          <a:prstGeom prst="line">
            <a:avLst/>
          </a:prstGeom>
          <a:ln w="508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49" name="直接连接符 429101"/>
          <p:cNvSpPr/>
          <p:nvPr/>
        </p:nvSpPr>
        <p:spPr>
          <a:xfrm>
            <a:off x="82915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0" name="直接连接符 429102"/>
          <p:cNvSpPr/>
          <p:nvPr/>
        </p:nvSpPr>
        <p:spPr>
          <a:xfrm>
            <a:off x="676116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1" name="直接连接符 429103"/>
          <p:cNvSpPr/>
          <p:nvPr/>
        </p:nvSpPr>
        <p:spPr>
          <a:xfrm>
            <a:off x="716597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2" name="直接连接符 429104"/>
          <p:cNvSpPr/>
          <p:nvPr/>
        </p:nvSpPr>
        <p:spPr>
          <a:xfrm>
            <a:off x="739140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3" name="直接连接符 429105"/>
          <p:cNvSpPr/>
          <p:nvPr/>
        </p:nvSpPr>
        <p:spPr>
          <a:xfrm>
            <a:off x="764063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4" name="直接连接符 429106"/>
          <p:cNvSpPr/>
          <p:nvPr/>
        </p:nvSpPr>
        <p:spPr>
          <a:xfrm>
            <a:off x="782002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5" name="直接连接符 429107"/>
          <p:cNvSpPr/>
          <p:nvPr/>
        </p:nvSpPr>
        <p:spPr>
          <a:xfrm>
            <a:off x="795178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6" name="直接连接符 429108"/>
          <p:cNvSpPr/>
          <p:nvPr/>
        </p:nvSpPr>
        <p:spPr>
          <a:xfrm>
            <a:off x="8069263" y="7938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7" name="直接连接符 429109"/>
          <p:cNvSpPr/>
          <p:nvPr/>
        </p:nvSpPr>
        <p:spPr>
          <a:xfrm>
            <a:off x="818515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8" name="直接连接符 429110"/>
          <p:cNvSpPr/>
          <p:nvPr/>
        </p:nvSpPr>
        <p:spPr>
          <a:xfrm>
            <a:off x="82915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59" name="直接连接符 429111"/>
          <p:cNvSpPr/>
          <p:nvPr/>
        </p:nvSpPr>
        <p:spPr>
          <a:xfrm>
            <a:off x="8312150" y="0"/>
            <a:ext cx="0" cy="6858000"/>
          </a:xfrm>
          <a:prstGeom prst="line">
            <a:avLst/>
          </a:prstGeom>
          <a:ln w="508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0" name="直接连接符 429112"/>
          <p:cNvSpPr/>
          <p:nvPr/>
        </p:nvSpPr>
        <p:spPr>
          <a:xfrm>
            <a:off x="1047273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1" name="直接连接符 429113"/>
          <p:cNvSpPr/>
          <p:nvPr/>
        </p:nvSpPr>
        <p:spPr>
          <a:xfrm>
            <a:off x="8942388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2" name="直接连接符 429114"/>
          <p:cNvSpPr/>
          <p:nvPr/>
        </p:nvSpPr>
        <p:spPr>
          <a:xfrm>
            <a:off x="934720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3" name="直接连接符 429115"/>
          <p:cNvSpPr/>
          <p:nvPr/>
        </p:nvSpPr>
        <p:spPr>
          <a:xfrm>
            <a:off x="957262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4" name="直接连接符 429116"/>
          <p:cNvSpPr/>
          <p:nvPr/>
        </p:nvSpPr>
        <p:spPr>
          <a:xfrm>
            <a:off x="982186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5" name="直接连接符 429117"/>
          <p:cNvSpPr/>
          <p:nvPr/>
        </p:nvSpPr>
        <p:spPr>
          <a:xfrm>
            <a:off x="10001250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6" name="直接连接符 429118"/>
          <p:cNvSpPr/>
          <p:nvPr/>
        </p:nvSpPr>
        <p:spPr>
          <a:xfrm>
            <a:off x="10133013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7" name="直接连接符 429119"/>
          <p:cNvSpPr/>
          <p:nvPr/>
        </p:nvSpPr>
        <p:spPr>
          <a:xfrm>
            <a:off x="10250488" y="7938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8" name="直接连接符 429120"/>
          <p:cNvSpPr/>
          <p:nvPr/>
        </p:nvSpPr>
        <p:spPr>
          <a:xfrm>
            <a:off x="10366375" y="0"/>
            <a:ext cx="0" cy="6858000"/>
          </a:xfrm>
          <a:prstGeom prst="line">
            <a:avLst/>
          </a:prstGeom>
          <a:ln w="381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7169" name="直接连接符 429122"/>
          <p:cNvSpPr/>
          <p:nvPr/>
        </p:nvSpPr>
        <p:spPr>
          <a:xfrm>
            <a:off x="10472738" y="0"/>
            <a:ext cx="0" cy="6858000"/>
          </a:xfrm>
          <a:prstGeom prst="line">
            <a:avLst/>
          </a:prstGeom>
          <a:ln w="63500" cap="flat" cmpd="sng">
            <a:solidFill>
              <a:srgbClr val="33CC33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5000" b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542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Arial</vt:lpstr>
      <vt:lpstr>Wingdings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从军 王</cp:lastModifiedBy>
  <cp:revision>173</cp:revision>
  <cp:lastPrinted>2025-12-22T09:38:27Z</cp:lastPrinted>
  <dcterms:created xsi:type="dcterms:W3CDTF">2019-06-19T02:08:00Z</dcterms:created>
  <dcterms:modified xsi:type="dcterms:W3CDTF">2025-12-22T13:00:37Z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2052-11.1.0.10356</vt:lpwstr>
  </property>
  <property fmtid="{D5CDD505-2E9C-101B-9397-08002B2CF9AE}" pid="3" name="ICV">
    <vt:lpwstr>FC8C8FCA7E85414CAA475913F27D21F0</vt:lpwstr>
  </property>
</Properties>
</file>